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173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CampusEYE: AI-Based Classroom Photo Attendance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Week 1 Implementation Progress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Group 7 - MSRB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Week </a:t>
            </a:r>
            <a:r>
              <a:rPr lang="en-US" dirty="0"/>
              <a:t>4</a:t>
            </a:r>
            <a:r>
              <a:rPr dirty="0"/>
              <a:t>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Accomplishments:</a:t>
            </a:r>
          </a:p>
          <a:p>
            <a:pPr>
              <a:spcAft>
                <a:spcPts val="1200"/>
              </a:spcAft>
              <a:defRPr sz="1800"/>
            </a:pPr>
            <a:r>
              <a:t>Established modular project structure</a:t>
            </a:r>
          </a:p>
          <a:p>
            <a:pPr>
              <a:spcAft>
                <a:spcPts val="1200"/>
              </a:spcAft>
              <a:defRPr sz="1800"/>
            </a:pPr>
            <a:r>
              <a:t>Implemented database schema for student registration and attendance</a:t>
            </a:r>
          </a:p>
          <a:p>
            <a:pPr>
              <a:spcAft>
                <a:spcPts val="1200"/>
              </a:spcAft>
              <a:defRPr sz="1800"/>
            </a:pPr>
            <a:r>
              <a:t>Created real-time face registration module using DeepFace</a:t>
            </a:r>
          </a:p>
          <a:p>
            <a:pPr>
              <a:spcAft>
                <a:spcPts val="1200"/>
              </a:spcAft>
              <a:defRPr sz="1800"/>
            </a:pPr>
            <a:r>
              <a:t>Developed comprehensive test suite for verification</a:t>
            </a:r>
          </a:p>
          <a:p>
            <a:pPr>
              <a:spcAft>
                <a:spcPts val="1200"/>
              </a:spcAft>
              <a:defRPr sz="1800"/>
            </a:pPr>
            <a:r>
              <a:t>Set up configuration management system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Structure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Modular Architecture:</a:t>
            </a:r>
          </a:p>
          <a:p>
            <a:pPr>
              <a:spcAft>
                <a:spcPts val="1200"/>
              </a:spcAft>
              <a:defRPr sz="1600"/>
            </a:pPr>
            <a:r>
              <a:rPr dirty="0" err="1"/>
              <a:t>attendance_system</a:t>
            </a:r>
            <a:r>
              <a:rPr dirty="0"/>
              <a:t>/</a:t>
            </a:r>
            <a:br>
              <a:rPr dirty="0"/>
            </a:br>
            <a:r>
              <a:rPr dirty="0"/>
              <a:t>  ├── config.py          # Configuration settings</a:t>
            </a:r>
            <a:br>
              <a:rPr dirty="0"/>
            </a:br>
            <a:r>
              <a:rPr dirty="0"/>
              <a:t>  ├── requirements.txt  # Python dependencies</a:t>
            </a:r>
            <a:br>
              <a:rPr dirty="0"/>
            </a:br>
            <a:r>
              <a:rPr dirty="0"/>
              <a:t>  ├── database/</a:t>
            </a:r>
            <a:br>
              <a:rPr dirty="0"/>
            </a:br>
            <a:r>
              <a:rPr dirty="0"/>
              <a:t>  </a:t>
            </a:r>
            <a:r>
              <a:rPr lang="en-US" dirty="0"/>
              <a:t> </a:t>
            </a:r>
            <a:r>
              <a:rPr dirty="0"/>
              <a:t>│   ├── db_manager.py  # Database operations</a:t>
            </a:r>
            <a:br>
              <a:rPr dirty="0"/>
            </a:br>
            <a:r>
              <a:rPr dirty="0"/>
              <a:t> </a:t>
            </a:r>
            <a:r>
              <a:rPr lang="en-US" dirty="0"/>
              <a:t> </a:t>
            </a:r>
            <a:r>
              <a:rPr dirty="0"/>
              <a:t> │  </a:t>
            </a:r>
            <a:r>
              <a:rPr lang="en-US" dirty="0"/>
              <a:t> </a:t>
            </a:r>
            <a:r>
              <a:rPr dirty="0"/>
              <a:t> └── </a:t>
            </a:r>
            <a:r>
              <a:rPr dirty="0" err="1"/>
              <a:t>attendance.db</a:t>
            </a:r>
            <a:r>
              <a:rPr dirty="0"/>
              <a:t>  # SQLite database</a:t>
            </a:r>
            <a:br>
              <a:rPr dirty="0"/>
            </a:br>
            <a:r>
              <a:rPr dirty="0"/>
              <a:t>  ├── utils/</a:t>
            </a:r>
            <a:br>
              <a:rPr dirty="0"/>
            </a:br>
            <a:r>
              <a:rPr lang="en-US" dirty="0"/>
              <a:t> </a:t>
            </a:r>
            <a:r>
              <a:rPr dirty="0"/>
              <a:t>  │   </a:t>
            </a:r>
            <a:r>
              <a:rPr lang="en-US" dirty="0"/>
              <a:t> </a:t>
            </a:r>
            <a:r>
              <a:rPr dirty="0"/>
              <a:t>└── registration.py  # Face registration</a:t>
            </a:r>
            <a:br>
              <a:rPr dirty="0"/>
            </a:br>
            <a:r>
              <a:rPr dirty="0"/>
              <a:t>  ├── tests/</a:t>
            </a:r>
            <a:br>
              <a:rPr dirty="0"/>
            </a:br>
            <a:r>
              <a:rPr dirty="0"/>
              <a:t> </a:t>
            </a:r>
            <a:r>
              <a:rPr lang="en-US" dirty="0"/>
              <a:t> </a:t>
            </a:r>
            <a:r>
              <a:rPr dirty="0"/>
              <a:t> │   </a:t>
            </a:r>
            <a:r>
              <a:rPr lang="en-US" dirty="0"/>
              <a:t> </a:t>
            </a:r>
            <a:r>
              <a:rPr dirty="0"/>
              <a:t>└── test_registration.py  # Test suite</a:t>
            </a:r>
            <a:br>
              <a:rPr dirty="0"/>
            </a:br>
            <a:r>
              <a:rPr dirty="0"/>
              <a:t>  </a:t>
            </a:r>
            <a:r>
              <a:rPr lang="en-US" dirty="0"/>
              <a:t> </a:t>
            </a:r>
            <a:r>
              <a:rPr dirty="0"/>
              <a:t>└── data/</a:t>
            </a:r>
            <a:br>
              <a:rPr dirty="0"/>
            </a:br>
            <a:r>
              <a:rPr dirty="0"/>
              <a:t>      ├── </a:t>
            </a:r>
            <a:r>
              <a:rPr dirty="0" err="1"/>
              <a:t>enrolled_students</a:t>
            </a:r>
            <a:r>
              <a:rPr dirty="0"/>
              <a:t>/</a:t>
            </a:r>
            <a:br>
              <a:rPr dirty="0"/>
            </a:br>
            <a:r>
              <a:rPr dirty="0"/>
              <a:t>      ├── </a:t>
            </a:r>
            <a:r>
              <a:rPr dirty="0" err="1"/>
              <a:t>unknown_faces</a:t>
            </a:r>
            <a:r>
              <a:rPr dirty="0"/>
              <a:t>/</a:t>
            </a:r>
            <a:br>
              <a:rPr dirty="0"/>
            </a:br>
            <a:r>
              <a:rPr dirty="0"/>
              <a:t>     </a:t>
            </a:r>
            <a:r>
              <a:rPr lang="en-US" dirty="0"/>
              <a:t> </a:t>
            </a:r>
            <a:r>
              <a:rPr dirty="0"/>
              <a:t> └── </a:t>
            </a:r>
            <a:r>
              <a:rPr dirty="0" err="1"/>
              <a:t>attendance_logs</a:t>
            </a:r>
            <a:r>
              <a:rPr dirty="0"/>
              <a:t>/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Schema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SQLite Database Design:</a:t>
            </a:r>
          </a:p>
          <a:p>
            <a:pPr>
              <a:spcAft>
                <a:spcPts val="1200"/>
              </a:spcAft>
              <a:defRPr sz="1800"/>
            </a:pPr>
            <a:r>
              <a:t>students table: student_id (UNIQUE), name, face_embedding (BLOB)</a:t>
            </a:r>
          </a:p>
          <a:p>
            <a:pPr>
              <a:spcAft>
                <a:spcPts val="1200"/>
              </a:spcAft>
              <a:defRPr sz="1800"/>
            </a:pPr>
            <a:r>
              <a:t>attendance table: student_id, date, status, timestamp</a:t>
            </a:r>
          </a:p>
          <a:p>
            <a:pPr>
              <a:spcAft>
                <a:spcPts val="1200"/>
              </a:spcAft>
              <a:defRPr sz="1800"/>
            </a:pPr>
            <a:r>
              <a:t>Foreign key relationships for referential integrity</a:t>
            </a:r>
          </a:p>
          <a:p>
            <a:pPr>
              <a:spcAft>
                <a:spcPts val="1200"/>
              </a:spcAft>
              <a:defRPr sz="1800"/>
            </a:pPr>
            <a:r>
              <a:t>Unique constraints to prevent duplicate registrations</a:t>
            </a:r>
          </a:p>
          <a:p>
            <a:pPr>
              <a:spcAft>
                <a:spcPts val="1200"/>
              </a:spcAft>
              <a:defRPr sz="1800"/>
            </a:pPr>
            <a:r>
              <a:t>API functions: init_database(), add_student(), get_all_students(), etc.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Real-time Face Registration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Registration Workflow:</a:t>
            </a:r>
          </a:p>
          <a:p>
            <a:pPr>
              <a:spcAft>
                <a:spcPts val="1200"/>
              </a:spcAft>
              <a:defRPr sz="1800"/>
            </a:pPr>
            <a:r>
              <a:t>Open webcam with live video preview</a:t>
            </a:r>
          </a:p>
          <a:p>
            <a:pPr>
              <a:spcAft>
                <a:spcPts val="1200"/>
              </a:spcAft>
              <a:defRPr sz="1800"/>
            </a:pPr>
            <a:r>
              <a:t>Detect faces using OpenCV Haar Cascade classifier</a:t>
            </a:r>
          </a:p>
          <a:p>
            <a:pPr>
              <a:spcAft>
                <a:spcPts val="1200"/>
              </a:spcAft>
              <a:defRPr sz="1800"/>
            </a:pPr>
            <a:r>
              <a:t>Extract 128-dimensional face embeddings using DeepFace/FaceNet</a:t>
            </a:r>
          </a:p>
          <a:p>
            <a:pPr>
              <a:spcAft>
                <a:spcPts val="1200"/>
              </a:spcAft>
              <a:defRPr sz="1800"/>
            </a:pPr>
            <a:r>
              <a:t>Capture 10 samples per student for robustness</a:t>
            </a:r>
          </a:p>
          <a:p>
            <a:pPr>
              <a:spcAft>
                <a:spcPts val="1200"/>
              </a:spcAft>
              <a:defRPr sz="1800"/>
            </a:pPr>
            <a:r>
              <a:t>Compute average embedding across all samples</a:t>
            </a:r>
          </a:p>
          <a:p>
            <a:pPr>
              <a:spcAft>
                <a:spcPts val="1200"/>
              </a:spcAft>
              <a:defRPr sz="1800"/>
            </a:pPr>
            <a:r>
              <a:t>Store student record (ID, name, mean embedding) in database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Core Technologies:</a:t>
            </a:r>
          </a:p>
          <a:p>
            <a:pPr>
              <a:spcAft>
                <a:spcPts val="1200"/>
              </a:spcAft>
              <a:defRPr sz="1800"/>
            </a:pPr>
            <a:r>
              <a:t>Face Detection: OpenCV (Haar Cascade classifiers)</a:t>
            </a:r>
          </a:p>
          <a:p>
            <a:pPr>
              <a:spcAft>
                <a:spcPts val="1200"/>
              </a:spcAft>
              <a:defRPr sz="1800"/>
            </a:pPr>
            <a:r>
              <a:t>Face Recognition: DeepFace (FaceNet model)</a:t>
            </a:r>
          </a:p>
          <a:p>
            <a:pPr>
              <a:spcAft>
                <a:spcPts val="1200"/>
              </a:spcAft>
              <a:defRPr sz="1800"/>
            </a:pPr>
            <a:r>
              <a:t>Database: SQLite3 with pickle serialization</a:t>
            </a:r>
          </a:p>
          <a:p>
            <a:pPr>
              <a:spcAft>
                <a:spcPts val="1200"/>
              </a:spcAft>
              <a:defRPr sz="1800"/>
            </a:pPr>
            <a:r>
              <a:t>Numerical Operations: NumPy</a:t>
            </a:r>
          </a:p>
          <a:p>
            <a:pPr>
              <a:spcAft>
                <a:spcPts val="1200"/>
              </a:spcAft>
              <a:defRPr sz="1800"/>
            </a:pPr>
            <a:r>
              <a:t>Deep Learning Backend: TensorFlow</a:t>
            </a:r>
          </a:p>
          <a:p>
            <a:pPr>
              <a:spcAft>
                <a:spcPts val="1200"/>
              </a:spcAft>
              <a:defRPr sz="1800"/>
            </a:pPr>
            <a:r>
              <a:t>Future Dashboard: Streamlit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Comprehensive Test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Validation Results:</a:t>
            </a:r>
          </a:p>
          <a:p>
            <a:pPr>
              <a:spcAft>
                <a:spcPts val="1200"/>
              </a:spcAft>
              <a:defRPr sz="1800"/>
            </a:pPr>
            <a:r>
              <a:t>Database initialization and schema creation tests</a:t>
            </a:r>
          </a:p>
          <a:p>
            <a:pPr>
              <a:spcAft>
                <a:spcPts val="1200"/>
              </a:spcAft>
              <a:defRPr sz="1800"/>
            </a:pPr>
            <a:r>
              <a:t>Interactive webcam-based student registration for 5 test students</a:t>
            </a:r>
          </a:p>
          <a:p>
            <a:pPr>
              <a:spcAft>
                <a:spcPts val="1200"/>
              </a:spcAft>
              <a:defRPr sz="1800"/>
            </a:pPr>
            <a:r>
              <a:t>Verification of embedding dimensions (128 dimensions)</a:t>
            </a:r>
          </a:p>
          <a:p>
            <a:pPr>
              <a:spcAft>
                <a:spcPts val="1200"/>
              </a:spcAft>
              <a:defRPr sz="1800"/>
            </a:pPr>
            <a:r>
              <a:t>Data integrity checks across all components</a:t>
            </a:r>
          </a:p>
          <a:p>
            <a:pPr>
              <a:spcAft>
                <a:spcPts val="1200"/>
              </a:spcAft>
              <a:defRPr sz="1800"/>
            </a:pPr>
            <a:r>
              <a:t>Test students: S001-S005 with 5 samples each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 2 Planned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Upcoming Tasks:</a:t>
            </a:r>
          </a:p>
          <a:p>
            <a:pPr>
              <a:spcAft>
                <a:spcPts val="1200"/>
              </a:spcAft>
              <a:defRPr sz="1800"/>
            </a:pPr>
            <a:r>
              <a:t>Real-time face recognition using stored embeddings</a:t>
            </a:r>
          </a:p>
          <a:p>
            <a:pPr>
              <a:spcAft>
                <a:spcPts val="1200"/>
              </a:spcAft>
              <a:defRPr sz="1800"/>
            </a:pPr>
            <a:r>
              <a:t>Classroom photo capture and batch processing</a:t>
            </a:r>
          </a:p>
          <a:p>
            <a:pPr>
              <a:spcAft>
                <a:spcPts val="1200"/>
              </a:spcAft>
              <a:defRPr sz="1800"/>
            </a:pPr>
            <a:r>
              <a:t>Attendance marking logic with threshold-based matching</a:t>
            </a:r>
          </a:p>
          <a:p>
            <a:pPr>
              <a:spcAft>
                <a:spcPts val="1200"/>
              </a:spcAft>
              <a:defRPr sz="1800"/>
            </a:pPr>
            <a:r>
              <a:t>Reporting and dashboard visualization with Streamlit</a:t>
            </a:r>
          </a:p>
          <a:p>
            <a:pPr>
              <a:spcAft>
                <a:spcPts val="1200"/>
              </a:spcAft>
              <a:defRPr sz="1800"/>
            </a:pPr>
            <a:r>
              <a:t>Handling of unknown faces and attendance conflicts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408</Words>
  <Application>Microsoft Office PowerPoint</Application>
  <PresentationFormat>On-screen Show (4:3)</PresentationFormat>
  <Paragraphs>51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CampusEYE: AI-Based Classroom Photo Attendance</vt:lpstr>
      <vt:lpstr>Week 4 Overview</vt:lpstr>
      <vt:lpstr>Project Structure Setup</vt:lpstr>
      <vt:lpstr>Database Schema Implementation</vt:lpstr>
      <vt:lpstr>Real-time Face Registration</vt:lpstr>
      <vt:lpstr>Technology Stack</vt:lpstr>
      <vt:lpstr>Comprehensive Test Suite</vt:lpstr>
      <vt:lpstr>Week 2 Planned Work</vt:lpstr>
      <vt:lpstr>Thank You!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Rizvi Ahmed</cp:lastModifiedBy>
  <cp:revision>3</cp:revision>
  <dcterms:created xsi:type="dcterms:W3CDTF">2013-01-27T09:14:16Z</dcterms:created>
  <dcterms:modified xsi:type="dcterms:W3CDTF">2026-07-21T20:27:44Z</dcterms:modified>
  <cp:category/>
</cp:coreProperties>
</file>